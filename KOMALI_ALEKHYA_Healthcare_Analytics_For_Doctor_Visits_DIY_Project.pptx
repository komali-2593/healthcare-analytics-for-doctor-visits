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handoutMasterIdLst>
    <p:handoutMasterId r:id="rId11"/>
  </p:handoutMasterIdLst>
  <p:sldIdLst>
    <p:sldId id="338" r:id="rId3"/>
    <p:sldId id="327" r:id="rId4"/>
    <p:sldId id="315" r:id="rId5"/>
    <p:sldId id="329" r:id="rId6"/>
    <p:sldId id="302" r:id="rId7"/>
    <p:sldId id="339" r:id="rId9"/>
    <p:sldId id="3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E25E649-3F16-4E02-A733-19D2CDBF48F0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 showGuides="1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</p:txBody>
      </p:sp>
      <p:sp>
        <p:nvSpPr>
          <p:cNvPr id="15" name="Hexagon 14"/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/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/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/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/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/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/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/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/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/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/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/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/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/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ext Placeholder 22"/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Text Placeholder 22"/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2" name="Text Placeholder 22"/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3" name="Text Placeholder 22"/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4" name="Text Placeholder 22"/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/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8" name="Date Placeholder 3"/>
          <p:cNvSpPr txBox="1"/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/>
          <p:cNvSpPr txBox="1"/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  <a:endParaRPr lang="en-US" sz="1100" b="1" dirty="0">
              <a:solidFill>
                <a:schemeClr val="accent2"/>
              </a:solidFill>
            </a:endParaRPr>
          </a:p>
        </p:txBody>
      </p:sp>
      <p:sp>
        <p:nvSpPr>
          <p:cNvPr id="30" name="Slide Number Placeholder 5"/>
          <p:cNvSpPr txBox="1"/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IN" b="0" dirty="0">
                <a:solidFill>
                  <a:schemeClr val="tx1"/>
                </a:solidFill>
              </a:rPr>
              <a:t>SIDDHANI KOMALI ALEKHYA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557443" y="2716001"/>
            <a:ext cx="7956531" cy="743448"/>
          </a:xfrm>
        </p:spPr>
        <p:txBody>
          <a:bodyPr>
            <a:normAutofit fontScale="90000"/>
          </a:bodyPr>
          <a:lstStyle/>
          <a:p>
            <a:r>
              <a:rPr lang="en-IN" dirty="0"/>
              <a:t>Healthcare Analytics for Doctor </a:t>
            </a:r>
            <a:r>
              <a:rPr lang="en-IN" dirty="0" err="1"/>
              <a:t>Visits_TIRTC</a:t>
            </a:r>
            <a:br>
              <a:rPr lang="en-IN" dirty="0"/>
            </a:br>
            <a:endParaRPr lang="en-IN" sz="3200" dirty="0"/>
          </a:p>
        </p:txBody>
      </p:sp>
      <p:sp>
        <p:nvSpPr>
          <p:cNvPr id="15" name="Text Placeholder 1"/>
          <p:cNvSpPr txBox="1"/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2800" dirty="0"/>
              <a:t>Healthcare providers generate large amounts of patient and visit data, but patterns in doctor visits can be difficult to identify manually.</a:t>
            </a:r>
            <a:endParaRPr lang="en-US" sz="3200" dirty="0"/>
          </a:p>
          <a:p>
            <a:pPr>
              <a:spcAft>
                <a:spcPts val="14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2800" dirty="0"/>
              <a:t>This project analyzes doctor-visit data to understand how visit frequency varies with factors such as gender, age, illness, health status, income and healthcare coverage.</a:t>
            </a:r>
            <a:endParaRPr lang="en-US" sz="2800" dirty="0"/>
          </a:p>
          <a:p>
            <a:pPr>
              <a:spcAft>
                <a:spcPts val="14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2800" dirty="0"/>
              <a:t>The analysis aims to present clear data-driven insights that can support healthcare planning and resource management.</a:t>
            </a:r>
            <a:endParaRPr lang="en-IN" sz="28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75957" y="2034073"/>
            <a:ext cx="8915912" cy="3349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Dataset contains 5,190 records and 13 columns, including doctor visits, gender, age, income, illness, health and healthcare coverage variables.</a:t>
            </a: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The data was explored and analyzed using Python-based data analytics techniques.</a:t>
            </a: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Pandas and NumPy were used for data loading, cleaning and statistical analysis.</a:t>
            </a: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Matplotlib and Seaborn were used to visualize visit patterns and demographic distributions.</a:t>
            </a:r>
            <a:endParaRPr lang="en-US" dirty="0"/>
          </a:p>
          <a:p>
            <a:pPr>
              <a:spcAft>
                <a:spcPts val="1000"/>
              </a:spcAft>
              <a:defRPr sz="1900">
                <a:solidFill>
                  <a:srgbClr val="373737"/>
                </a:solidFill>
                <a:latin typeface="Aptos"/>
              </a:defRPr>
            </a:pPr>
            <a:r>
              <a:rPr lang="en-US" dirty="0"/>
              <a:t>The final analysis highlights relationships between doctor visits and important patient characteristics.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9944719" cy="3990023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Doctors and healthcare professionals – understand patterns in patient visits.</a:t>
            </a:r>
            <a:endParaRPr lang="en-US" sz="3600" dirty="0"/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Hospital and healthcare administrators – support resource and service planning.</a:t>
            </a:r>
            <a:endParaRPr lang="en-US" sz="3600" dirty="0"/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Public health planners – identify population-level healthcare usage patterns.</a:t>
            </a:r>
            <a:endParaRPr lang="en-US" sz="3600" dirty="0"/>
          </a:p>
          <a:p>
            <a:pPr>
              <a:spcAft>
                <a:spcPts val="1000"/>
              </a:spcAft>
              <a:defRPr sz="2100">
                <a:solidFill>
                  <a:srgbClr val="373737"/>
                </a:solidFill>
                <a:latin typeface="Aptos"/>
              </a:defRPr>
            </a:pPr>
            <a:r>
              <a:rPr lang="en-US" sz="3600" dirty="0"/>
              <a:t>Healthcare data analysts and researchers – explore relationships in healthcare datasets.</a:t>
            </a:r>
            <a:endParaRPr lang="en-US" sz="3600" dirty="0"/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/>
              <a:t>Python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Pandas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Numpy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Matplotlib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Seaborn</a:t>
            </a:r>
            <a:endParaRPr lang="en-IN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/>
          <p:cNvSpPr txBox="1"/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/>
          <p:cNvSpPr txBox="1"/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/>
          <p:cNvSpPr txBox="1"/>
          <p:nvPr/>
        </p:nvSpPr>
        <p:spPr>
          <a:xfrm>
            <a:off x="422959" y="5737443"/>
            <a:ext cx="5340494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US" altLang="en-US" dirty="0"/>
              <a:t>https://github.com/Komali-2593/Healthcare-Analytics-for-Doctor-Visits</a:t>
            </a:r>
            <a:endParaRPr lang="en-US" altLang="en-US" dirty="0"/>
          </a:p>
        </p:txBody>
      </p:sp>
      <p:sp>
        <p:nvSpPr>
          <p:cNvPr id="10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59" y="1201586"/>
            <a:ext cx="5266954" cy="41605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453" y="1608410"/>
            <a:ext cx="4400351" cy="2937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-249134" y="2373163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US" dirty="0"/>
          </a:p>
        </p:txBody>
      </p:sp>
      <p:sp>
        <p:nvSpPr>
          <p:cNvPr id="17" name="Text Placeholder 28"/>
          <p:cNvSpPr txBox="1"/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/>
          <p:cNvSpPr txBox="1"/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/>
          <p:cNvSpPr txBox="1"/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/>
          <p:cNvSpPr txBox="1"/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/>
          <p:cNvSpPr txBox="1"/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panose="05040102010807070707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  <a:endParaRPr lang="en-GB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"/>
          <a:srcRect t="96181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/>
</ds:datastoreItem>
</file>

<file path=customXml/itemProps2.xml><?xml version="1.0" encoding="utf-8"?>
<ds:datastoreItem xmlns:ds="http://schemas.openxmlformats.org/officeDocument/2006/customXml" ds:itemID="{4DEA9014-ED64-4558-B1E1-D03F0EE32BEB}">
  <ds:schemaRefs/>
</ds:datastoreItem>
</file>

<file path=customXml/itemProps3.xml><?xml version="1.0" encoding="utf-8"?>
<ds:datastoreItem xmlns:ds="http://schemas.openxmlformats.org/officeDocument/2006/customXml" ds:itemID="{B19EB750-A6DA-4BE8-B87B-FC499FE7336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1543</Words>
  <Application>WPS Presentation</Application>
  <PresentationFormat>Widescreen</PresentationFormat>
  <Paragraphs>48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Wingdings 3</vt:lpstr>
      <vt:lpstr>Arial</vt:lpstr>
      <vt:lpstr>Calibri</vt:lpstr>
      <vt:lpstr>Aptos</vt:lpstr>
      <vt:lpstr>Segoe UI</vt:lpstr>
      <vt:lpstr>Trebuchet MS</vt:lpstr>
      <vt:lpstr>Microsoft YaHei</vt:lpstr>
      <vt:lpstr>Arial Unicode MS</vt:lpstr>
      <vt:lpstr>Facet</vt:lpstr>
      <vt:lpstr>Healthcare Analytics for Doctor Visits_TIRTC </vt:lpstr>
      <vt:lpstr>PROBLEM  STATEMENT</vt:lpstr>
      <vt:lpstr>Project Description  </vt:lpstr>
      <vt:lpstr>WHO ARE THE END USERS?</vt:lpstr>
      <vt:lpstr>Technology Used</vt:lpstr>
      <vt:lpstr>RESULTS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hiran</cp:lastModifiedBy>
  <cp:revision>81</cp:revision>
  <dcterms:created xsi:type="dcterms:W3CDTF">2021-07-11T13:13:00Z</dcterms:created>
  <dcterms:modified xsi:type="dcterms:W3CDTF">2026-09-18T16:18:53Z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CE2AE157E45E4E128344FFB0A70F8281_12</vt:lpwstr>
  </property>
  <property fmtid="{D5CDD505-2E9C-101B-9397-08002B2CF9AE}" pid="4" name="KSOProductBuildVer">
    <vt:lpwstr>1033-12.1.0.28485</vt:lpwstr>
  </property>
</Properties>
</file>